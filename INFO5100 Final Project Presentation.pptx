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7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1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2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0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0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2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2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3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0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24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6" r:id="rId6"/>
    <p:sldLayoutId id="2147483731" r:id="rId7"/>
    <p:sldLayoutId id="2147483732" r:id="rId8"/>
    <p:sldLayoutId id="2147483733" r:id="rId9"/>
    <p:sldLayoutId id="2147483735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ucid.app/lucidchart/20e115dc-d471-4f3c-b10a-723835d33819/edit?invitationId=inv_e3d53390-382e-455d-9d81-3af4a3d0aeb6&amp;page=0_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30122-B05B-5457-D229-12FDD3E93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99025"/>
            <a:ext cx="4917754" cy="37929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Multi-Enterprise Sports Supply Chain Ecosystem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50568-3354-A247-6593-9A988830F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78479"/>
            <a:ext cx="4435882" cy="1101160"/>
          </a:xfrm>
        </p:spPr>
        <p:txBody>
          <a:bodyPr>
            <a:normAutofit/>
          </a:bodyPr>
          <a:lstStyle/>
          <a:p>
            <a:r>
              <a:rPr lang="en-US"/>
              <a:t>Hannah Chiou, Kenneth Garcia, Merin Godly, Lajona Rajan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76813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F2B36B-4D1C-9E0A-B17B-23D805AEC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7681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B8CD111-6F98-28FD-772E-7A03D79F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43" b="2"/>
          <a:stretch>
            <a:fillRect/>
          </a:stretch>
        </p:blipFill>
        <p:spPr>
          <a:xfrm>
            <a:off x="6217920" y="723901"/>
            <a:ext cx="5244454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2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B62F-9518-C6A9-F943-0E61FC91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820A-7FBC-B3A6-7BC4-6AEE1600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BEBB7-7208-C568-75A1-F8A2E3D2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Retail supply chains are fragmented: s</a:t>
            </a:r>
            <a:r>
              <a:rPr lang="en-US" dirty="0">
                <a:ea typeface="+mn-lt"/>
                <a:cs typeface="+mn-lt"/>
              </a:rPr>
              <a:t>uppliers, retailers, manufacturers, and shipping companies all operate in silos with no unified platform connecting them.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result is slow communication, no real-time visibility into inventory or shipments, and delayed decisions that ripple across the entire chain which could lead to operational problems to overstocking and late deliveries.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53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89E9-1966-8816-77DF-A293F66E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5321-7DE7-4542-7533-5AE28CA4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Our goal is to design and implement a simulation system that effectively coordinates these four groups in one application. Specifically, </a:t>
            </a:r>
            <a:r>
              <a:rPr lang="en-US" dirty="0">
                <a:ea typeface="+mn-lt"/>
                <a:cs typeface="+mn-lt"/>
              </a:rPr>
              <a:t>the system should: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Enable</a:t>
            </a:r>
            <a:r>
              <a:rPr lang="en-US" b="1">
                <a:ea typeface="+mn-lt"/>
                <a:cs typeface="+mn-lt"/>
              </a:rPr>
              <a:t> seamless communication</a:t>
            </a:r>
            <a:r>
              <a:rPr lang="en-US">
                <a:ea typeface="+mn-lt"/>
                <a:cs typeface="+mn-lt"/>
              </a:rPr>
              <a:t> across four distinct enterprises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 </a:t>
            </a:r>
            <a:r>
              <a:rPr lang="en-US" b="1">
                <a:latin typeface="Calisto MT"/>
                <a:ea typeface="+mn-lt"/>
                <a:cs typeface="Times New Roman"/>
              </a:rPr>
              <a:t>data-driven decisions around pricing, inventory, and production</a:t>
            </a:r>
            <a:endParaRPr lang="en-US" b="1">
              <a:latin typeface="Calisto MT"/>
              <a:cs typeface="Times New Roman"/>
            </a:endParaRPr>
          </a:p>
          <a:p>
            <a:r>
              <a:rPr lang="en-US">
                <a:ea typeface="+mn-lt"/>
                <a:cs typeface="+mn-lt"/>
              </a:rPr>
              <a:t>Coordinate retail, manufacturing, and shipping operations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Simulate realistic, </a:t>
            </a:r>
            <a:r>
              <a:rPr lang="en-US" b="1">
                <a:ea typeface="+mn-lt"/>
                <a:cs typeface="+mn-lt"/>
              </a:rPr>
              <a:t>role-based </a:t>
            </a:r>
            <a:r>
              <a:rPr lang="en-US">
                <a:ea typeface="+mn-lt"/>
                <a:cs typeface="+mn-lt"/>
              </a:rPr>
              <a:t>enterprise workflows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9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EEB8-CCC0-194A-CFBF-E2B680C3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ADVANCED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EF3C7-D31D-141B-57E3-8E43205B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EcoSystem</a:t>
            </a:r>
            <a:r>
              <a:rPr lang="en-US" dirty="0"/>
              <a:t> → Network → Enterprise → Organization hierarchy </a:t>
            </a:r>
          </a:p>
          <a:p>
            <a:pPr lvl="0"/>
            <a:r>
              <a:rPr lang="en-US" dirty="0"/>
              <a:t>Role-based access control </a:t>
            </a:r>
          </a:p>
          <a:p>
            <a:pPr lvl="0"/>
            <a:r>
              <a:rPr lang="en-US" dirty="0" err="1"/>
              <a:t>WorkQueue</a:t>
            </a:r>
            <a:r>
              <a:rPr lang="en-US" dirty="0"/>
              <a:t> system for communication between entities </a:t>
            </a:r>
          </a:p>
          <a:p>
            <a:pPr lvl="0"/>
            <a:r>
              <a:rPr lang="en-US" dirty="0" err="1"/>
              <a:t>CardLayout</a:t>
            </a:r>
            <a:r>
              <a:rPr lang="en-US" dirty="0"/>
              <a:t>-based UI navigation for dynamic work areas </a:t>
            </a:r>
          </a:p>
          <a:p>
            <a:pPr lvl="0"/>
            <a:r>
              <a:rPr lang="en-US" dirty="0"/>
              <a:t>Use of the Java Faker library to generate realistic sample data </a:t>
            </a:r>
          </a:p>
          <a:p>
            <a:pPr lvl="0"/>
            <a:r>
              <a:rPr lang="en-US" dirty="0"/>
              <a:t>The order processing/pricing model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18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2189-73E0-4203-D6D6-C2E2351C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5510-7135-34BD-8599-F94507A99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Final Project Component Diagram: Lucidchart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41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E7EE7-A5C2-44E2-1F77-57DE5BE8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TRANSITION TO LIVE DEMO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34128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196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Multi-Enterprise Sports Supply Chain Ecosystem System</vt:lpstr>
      <vt:lpstr>Problem statement</vt:lpstr>
      <vt:lpstr>objective</vt:lpstr>
      <vt:lpstr>INTRO TO ADVANCED FEATURES</vt:lpstr>
      <vt:lpstr>High-level SYSTEM OVERVIEW</vt:lpstr>
      <vt:lpstr>TRANSITION TO 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Merin Godly</dc:creator>
  <cp:lastModifiedBy>Merin Godly</cp:lastModifiedBy>
  <cp:revision>3</cp:revision>
  <dcterms:created xsi:type="dcterms:W3CDTF">2026-04-11T15:34:54Z</dcterms:created>
  <dcterms:modified xsi:type="dcterms:W3CDTF">2026-04-13T04:06:24Z</dcterms:modified>
</cp:coreProperties>
</file>